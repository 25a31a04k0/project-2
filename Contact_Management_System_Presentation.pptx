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Contact Management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C Programming Project Using File Handling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Contact Management System is used to store and manage personal or professional contacts.</a:t>
            </a:r>
          </a:p>
          <a:p>
            <a:pPr/>
            <a:r>
              <a:t>This project is implemented in the C programming language.</a:t>
            </a:r>
          </a:p>
          <a:p>
            <a:pPr/>
            <a:r>
              <a:t>It uses binary file handling for persistent data storage.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 store contact information efficiently.</a:t>
            </a:r>
          </a:p>
          <a:p>
            <a:pPr/>
            <a:r>
              <a:t>To demonstrate file handling in C.</a:t>
            </a:r>
          </a:p>
          <a:p>
            <a:pPr/>
            <a:r>
              <a:t>To implement CRUD operations (Create, Read, Update, Delete).</a:t>
            </a:r>
          </a:p>
          <a:p>
            <a:pPr/>
            <a:r>
              <a:t>To provide a user-friendly menu-driven interface.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 new contacts with unique IDs.</a:t>
            </a:r>
          </a:p>
          <a:p>
            <a:pPr/>
            <a:r>
              <a:t>Display all stored contacts.</a:t>
            </a:r>
          </a:p>
          <a:p>
            <a:pPr/>
            <a:r>
              <a:t>Search contacts by name.</a:t>
            </a:r>
          </a:p>
          <a:p>
            <a:pPr/>
            <a:r>
              <a:t>Edit existing contact details.</a:t>
            </a:r>
          </a:p>
          <a:p>
            <a:pPr/>
            <a:r>
              <a:t>Delete contacts from the system.</a:t>
            </a:r>
          </a:p>
          <a:p>
            <a:pPr/>
            <a:r>
              <a:t>Persistent storage using binary files.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Programming Language: C</a:t>
            </a:r>
          </a:p>
          <a:p>
            <a:pPr/>
            <a:r>
              <a:t>Concepts: Structures, File Handling, Dynamic Memory Allocation</a:t>
            </a:r>
          </a:p>
          <a:p>
            <a:pPr/>
            <a:r>
              <a:t>File Type: Binary File (contacts.dat)</a:t>
            </a:r>
          </a:p>
          <a:p>
            <a:pPr/>
            <a:r>
              <a:t>Development Environment: Any C Compiler (GCC, Turbo C, etc.)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interacts with a menu-driven interface.</a:t>
            </a:r>
          </a:p>
          <a:p>
            <a:pPr/>
            <a:r>
              <a:t>Operations are processed by corresponding functions.</a:t>
            </a:r>
          </a:p>
          <a:p>
            <a:pPr/>
            <a:r>
              <a:t>Data is stored and retrieved from a binary file.</a:t>
            </a:r>
          </a:p>
          <a:p>
            <a:pPr/>
            <a:r>
              <a:t>Each contact is uniquely identified using an ID.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Structure Name: Contact</a:t>
            </a:r>
          </a:p>
          <a:p>
            <a:pPr/>
            <a:r>
              <a:t>Fields:</a:t>
            </a:r>
          </a:p>
          <a:p>
            <a:pPr/>
            <a:r>
              <a:t>• int id</a:t>
            </a:r>
          </a:p>
          <a:p>
            <a:pPr/>
            <a:r>
              <a:t>• char name[50]</a:t>
            </a:r>
          </a:p>
          <a:p>
            <a:pPr/>
            <a:r>
              <a:t>• char phone[15]</a:t>
            </a:r>
          </a:p>
          <a:p>
            <a:pPr/>
            <a:r>
              <a:t>• char email[50]</a:t>
            </a:r>
          </a:p>
          <a:p>
            <a:pPr/>
            <a:r>
              <a:t>This structure is used to store and manage contact information.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Start the program and display the menu.</a:t>
            </a:r>
          </a:p>
          <a:p>
            <a:pPr/>
            <a:r>
              <a:t>2. Accept the user's choice.</a:t>
            </a:r>
          </a:p>
          <a:p>
            <a:pPr/>
            <a:r>
              <a:t>3. Perform the selected operation (Add, Display, Search, Edit, Delete).</a:t>
            </a:r>
          </a:p>
          <a:p>
            <a:pPr/>
            <a:r>
              <a:t>4. Store or retrieve data from 'contacts.dat'.</a:t>
            </a:r>
          </a:p>
          <a:p>
            <a:pPr/>
            <a:r>
              <a:t>5. Repeat until the user selects Exit.</a:t>
            </a:r>
          </a:p>
          <a:p>
            <a:pPr/>
            <a:r>
              <a:t>6. End the program.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File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File Name: contacts.dat</a:t>
            </a:r>
          </a:p>
          <a:p>
            <a:pPr/>
            <a:r>
              <a:t>Modes Used:</a:t>
            </a:r>
          </a:p>
          <a:p>
            <a:pPr/>
            <a:r>
              <a:t>• 'ab' - Append new contacts.</a:t>
            </a:r>
          </a:p>
          <a:p>
            <a:pPr/>
            <a:r>
              <a:t>• 'rb' - Read existing contacts.</a:t>
            </a:r>
          </a:p>
          <a:p>
            <a:pPr/>
            <a:r>
              <a:t>• 'rb+' - Edit contacts.</a:t>
            </a:r>
          </a:p>
          <a:p>
            <a:pPr/>
            <a:r>
              <a:t>• 'wb' - Temporary file for deletion.</a:t>
            </a:r>
          </a:p>
          <a:p>
            <a:pPr/>
            <a:r>
              <a:t>Ensures persistent storage of data.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Simple and easy to use.</a:t>
            </a:r>
          </a:p>
          <a:p>
            <a:pPr/>
            <a:r>
              <a:t>Efficient storage using binary files.</a:t>
            </a:r>
          </a:p>
          <a:p>
            <a:pPr/>
            <a:r>
              <a:t>Demonstrates core C programming concepts.</a:t>
            </a:r>
          </a:p>
          <a:p>
            <a:pPr/>
            <a:r>
              <a:t>Portable across different platforms.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Contact Management System effectively manages contact information.</a:t>
            </a:r>
          </a:p>
          <a:p>
            <a:pPr/>
            <a:r>
              <a:t>It demonstrates practical use of file handling and structures in C.</a:t>
            </a:r>
          </a:p>
          <a:p>
            <a:pPr/>
            <a:r>
              <a:t>The project can be further enhanced with additional features such as date of birth and sorting.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